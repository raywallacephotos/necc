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389CBB-FE84-4E5B-8E4F-3729AFAA29C3}" v="3" dt="2026-09-23T19:28:47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Vickery" userId="29d2e106906e48a1" providerId="LiveId" clId="{736D556C-AC21-489B-937F-94F70EF81EDB}"/>
    <pc:docChg chg="modSld">
      <pc:chgData name="Eric Vickery" userId="29d2e106906e48a1" providerId="LiveId" clId="{736D556C-AC21-489B-937F-94F70EF81EDB}" dt="2026-09-23T19:29:28.265" v="32" actId="1076"/>
      <pc:docMkLst>
        <pc:docMk/>
      </pc:docMkLst>
      <pc:sldChg chg="addSp modSp mod">
        <pc:chgData name="Eric Vickery" userId="29d2e106906e48a1" providerId="LiveId" clId="{736D556C-AC21-489B-937F-94F70EF81EDB}" dt="2026-09-23T19:29:28.265" v="32" actId="1076"/>
        <pc:sldMkLst>
          <pc:docMk/>
          <pc:sldMk cId="461406951" sldId="257"/>
        </pc:sldMkLst>
        <pc:spChg chg="add mod ord">
          <ac:chgData name="Eric Vickery" userId="29d2e106906e48a1" providerId="LiveId" clId="{736D556C-AC21-489B-937F-94F70EF81EDB}" dt="2026-09-23T19:29:28.265" v="32" actId="1076"/>
          <ac:spMkLst>
            <pc:docMk/>
            <pc:sldMk cId="461406951" sldId="257"/>
            <ac:spMk id="12" creationId="{552ABDBC-2A3F-2836-676A-312E6AD14A2D}"/>
          </ac:spMkLst>
        </pc:spChg>
        <pc:spChg chg="add mod">
          <ac:chgData name="Eric Vickery" userId="29d2e106906e48a1" providerId="LiveId" clId="{736D556C-AC21-489B-937F-94F70EF81EDB}" dt="2026-09-23T19:28:26.221" v="15" actId="14100"/>
          <ac:spMkLst>
            <pc:docMk/>
            <pc:sldMk cId="461406951" sldId="257"/>
            <ac:spMk id="13" creationId="{35DEE5C7-6798-C6FA-BC8D-2AF7343464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F9F3-523E-DBDA-E631-2DD686450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6C25B-E98D-0856-ACDC-6FEAF9898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1B0CC-87C3-14B5-EF5B-649A3AD0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0A109-03C6-F434-C07E-A920368E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0CE3-3BA4-1BC2-416B-BAE5DB74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9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029F-95AD-ACE0-775A-1F185459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70098-67CE-37D1-4390-D3595FCE8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2C717-4ECE-4382-EF9B-09EC830E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A3EB0-8C35-71F9-DEFD-797EB81E8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2E26C-8529-851D-BA16-45811E74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8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D9AD-F10D-1F38-4912-7BE679B0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DD3EE-96EC-6D91-625C-6C90CEBA3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B7F39-3956-4A7B-C116-18E7EFBD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81BE0-A08D-3D47-B269-DD7E143D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14678-B1CC-0785-F7BA-216F0415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1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C9CB-83E9-C8EE-8C54-FD0C6B4DA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F7168-C29B-E391-93ED-9EFB60747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69815-1B9A-45D1-8D44-3C53094D5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EA4C6-C165-6A8C-E49A-AC402B54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23B77-DA82-26DD-F339-CB07CF01D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5485C-EB8A-83DD-6086-D01836A9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44DE-11CC-07DD-52EC-3C993D28E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6C345-7EF6-67BA-14F8-2CA345173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4191C-6A6D-1C7C-F9C3-6DAABFD44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39144-A84C-20C4-35A9-A1F9079FE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A34F2-4C3B-B344-021C-EDB845FB2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549CAC-EA47-E1B2-EE72-F2F385690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0D4EC-4C88-2138-A6D6-FDFDDF8A4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FD258-D2D4-FB7D-A828-8C4519F1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44B7-69FC-6749-B49C-A023B49B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FEDB-5010-9D7C-1ED2-FACA2A75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F2D0D-BD7C-0471-A014-FEC43912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E9FDF-FC04-B8BB-8DC7-25E8D18E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7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D04ED-1654-9FC9-06F3-0486038F1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B603D-FD9D-52F3-9F56-87B806AC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06A02-C2DE-74E3-D00A-B5DE96C8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5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E658-EBE4-1171-5F63-B255920E9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77E43-8E90-0EBC-C7FA-A5583C37C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19417-FDF5-C5EA-94A2-4CD9E9AB4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541D1-D90A-A7F9-5F8A-E5539D9D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42488-7940-9A69-07F0-E8A29F3E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28C6C-2D42-86F6-C99C-B5230ADC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1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DCF7-D1C1-F70D-1A85-E89B4E56F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DDC88-1517-F47E-FE7B-E8E5F2E1B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1483B-F030-0401-C485-0FBDD3AC1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DFD64-A57E-596E-81B8-0E74F550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CD94B-80FB-FE06-3F88-C1A36151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2DE41-24FC-71FC-7BB2-3E948C09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0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2EE3-61DF-88DA-A757-BCFF4BA1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88018-D42E-1FC1-B9ED-6C09DD9C7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6B88E-0C48-5D92-1397-3788B06DF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54710-6118-4E29-BAE5-1EE59355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7498-0683-53FD-D56F-F9B77AA4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4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EB96B-B5C0-FA84-A55D-D26DEE618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BB3D8-DA41-3B6D-BE00-260E46226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D6524-ED74-CEC8-8DEE-82E23736E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F88F0-3894-93AD-3014-F8D12153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370A-08C9-919F-4004-68F3A91E7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19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8A20C-F6BF-1905-8A16-9F434FD7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16BF5-6CE8-787F-8976-7CA714B9D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C5A81-74DB-1E3F-4D70-0C22C9535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A22E8-EFA5-438D-9192-EDCACC97965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63BCB-5DCF-0493-45B2-4847CB40C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0C5FB-20D6-8974-6DF7-0CE6117D0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23BD5-C017-4F7C-913C-780347AB6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2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nagit_PPT1A29">
            <a:extLst>
              <a:ext uri="{FF2B5EF4-FFF2-40B4-BE49-F238E27FC236}">
                <a16:creationId xmlns:a16="http://schemas.microsoft.com/office/drawing/2014/main" id="{46531650-6A07-CC3C-67B5-ED4DB636D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55" y="94587"/>
            <a:ext cx="9791970" cy="4608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DD01C6D-1B29-0AB4-C69B-0BB297D23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013" y="1412340"/>
            <a:ext cx="2649646" cy="15843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https://www.visualpursuits.com/d/fe2bd394-57a1-496b-bc0b-4403cd2a16fd</a:t>
            </a:r>
          </a:p>
        </p:txBody>
      </p:sp>
      <p:pic>
        <p:nvPicPr>
          <p:cNvPr id="7" name="Snagit_PPT2173">
            <a:extLst>
              <a:ext uri="{FF2B5EF4-FFF2-40B4-BE49-F238E27FC236}">
                <a16:creationId xmlns:a16="http://schemas.microsoft.com/office/drawing/2014/main" id="{324487D6-00C7-BAEE-0890-1E8D520DB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95" y="5060667"/>
            <a:ext cx="5399305" cy="15535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Snagit_PPTBBB8">
            <a:extLst>
              <a:ext uri="{FF2B5EF4-FFF2-40B4-BE49-F238E27FC236}">
                <a16:creationId xmlns:a16="http://schemas.microsoft.com/office/drawing/2014/main" id="{C89D9936-5491-1CA1-C91D-09C7FA5EB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287" y="5455116"/>
            <a:ext cx="5895238" cy="10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618659-18DD-57D3-EC4F-1E37033A5A85}"/>
              </a:ext>
            </a:extLst>
          </p:cNvPr>
          <p:cNvCxnSpPr/>
          <p:nvPr/>
        </p:nvCxnSpPr>
        <p:spPr>
          <a:xfrm flipV="1">
            <a:off x="1611517" y="5810461"/>
            <a:ext cx="4363770" cy="554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7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F31E-47AD-FEC3-2F22-BA8F8BEC4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546F065-1198-6F2F-BA8C-CFD86DBC90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Snagit_PPT30D0">
            <a:extLst>
              <a:ext uri="{FF2B5EF4-FFF2-40B4-BE49-F238E27FC236}">
                <a16:creationId xmlns:a16="http://schemas.microsoft.com/office/drawing/2014/main" id="{045CCBDF-963D-4435-9A37-4C8645CCC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97" y="277446"/>
            <a:ext cx="5392716" cy="3878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Snagit_PPTDDEF">
            <a:extLst>
              <a:ext uri="{FF2B5EF4-FFF2-40B4-BE49-F238E27FC236}">
                <a16:creationId xmlns:a16="http://schemas.microsoft.com/office/drawing/2014/main" id="{2AFCE2EC-2FAF-D095-ADEB-5497AA43E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652" y="277446"/>
            <a:ext cx="6209524" cy="5885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35DEE5C7-6798-C6FA-BC8D-2AF734346417}"/>
              </a:ext>
            </a:extLst>
          </p:cNvPr>
          <p:cNvSpPr/>
          <p:nvPr/>
        </p:nvSpPr>
        <p:spPr>
          <a:xfrm>
            <a:off x="2559112" y="4357533"/>
            <a:ext cx="2788468" cy="1282818"/>
          </a:xfrm>
          <a:prstGeom prst="wedgeEllipseCallout">
            <a:avLst>
              <a:gd name="adj1" fmla="val 133063"/>
              <a:gd name="adj2" fmla="val -1245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ABDBC-2A3F-2836-676A-312E6AD14A2D}"/>
              </a:ext>
            </a:extLst>
          </p:cNvPr>
          <p:cNvSpPr txBox="1"/>
          <p:nvPr/>
        </p:nvSpPr>
        <p:spPr>
          <a:xfrm>
            <a:off x="2962503" y="4611469"/>
            <a:ext cx="268888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 login name is </a:t>
            </a:r>
            <a:r>
              <a:rPr lang="en-US" sz="1400" dirty="0" err="1">
                <a:solidFill>
                  <a:schemeClr val="bg1"/>
                </a:solidFill>
              </a:rPr>
              <a:t>brucepic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Password is ZnaEAe3t</a:t>
            </a:r>
          </a:p>
          <a:p>
            <a:r>
              <a:rPr lang="en-US" sz="1400" dirty="0">
                <a:solidFill>
                  <a:schemeClr val="bg1"/>
                </a:solidFill>
              </a:rPr>
              <a:t> 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406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Vickery</dc:creator>
  <cp:lastModifiedBy>Eric Vickery</cp:lastModifiedBy>
  <cp:revision>1</cp:revision>
  <dcterms:created xsi:type="dcterms:W3CDTF">2026-09-23T18:54:28Z</dcterms:created>
  <dcterms:modified xsi:type="dcterms:W3CDTF">2026-09-23T19:29:30Z</dcterms:modified>
</cp:coreProperties>
</file>